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98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49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6862-E946-C607-1C5E-DDDC2CB15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280FF-F7D2-99BA-D0D5-C0136227A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6B56E-232A-9CC3-648D-1006742E4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0BF29-A0BE-4FD3-4936-44BA5834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E77EE-9F10-6E13-97BE-DCB6F3247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8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B4C5F-C9C5-81C4-42E5-D15EEDA6C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5891C-FF7C-DCC9-3126-1A1F140ED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78BC6-A00C-3DC0-F016-B26AD401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39472-4EBB-BCD1-1207-70F208634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0C2CF-2462-5299-9058-C1325206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B25C-3117-9CF9-EFED-2B2AEC1DC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5BABA-069A-510F-5707-7D682CD7F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CEAC8-7AA5-0F2F-ACD7-7D66388C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5A0D6-3A95-FA6C-B987-D8B2A1B7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132C3-2D77-0B3A-B03E-400CB243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25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3DBB-5E75-8A72-9480-0B1E7C3B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4D4ED-CBF1-74A4-390A-AD0B62F15F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4261C-364B-6888-6C71-9377A3EAB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7D087-9D80-63ED-2218-711C8C9B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4BB44-BFAB-3B4D-D0B2-6ACF0E2D9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73D6E-89C3-4E83-7E17-9F6374B2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2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375E-D83E-5E9B-17F4-EE3418FF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2A645-6B5B-752B-8333-07F26B844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2F639-CD7C-84C5-657C-E97499486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439FB-FA20-993D-3087-507B81CE5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4A5200-AAAE-6FB7-46FD-FF21613CF3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4F3C4A-5B38-9C33-D44C-43B29C194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4A78F-6D4D-DE33-3CDC-A560B08B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0F553-72C4-30D6-5AC0-16981EE8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6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82DE-D6E5-3269-0CDD-3FD9F2170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D684F-3A46-AC5F-022A-B074D68EB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A9A4A-3670-3196-B3C5-18EC3A52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BFFA5-7A8A-B04C-9A9D-CC878627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BB301F-3C7E-C7E9-1511-CA931FFB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0F7237-A555-7E52-86FC-71B1976E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D4572-2B5A-7E3E-095E-5BB434E8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6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5700E-6F1E-8A1A-EF4C-68DA2B5F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FF19-653E-BCCD-492B-9E478425A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61ACA-3BEA-B170-EACA-83315DF63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9478A-2E6B-1EBE-C4D4-E8FD8E7EB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8F13-D352-8335-7BD9-0D5FB891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1C374-F8C1-96E9-D107-2F934B01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2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000A7-4BBC-D22C-CD13-2E4F45400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5AA009-F7CC-19D5-2B01-D23DEA69E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D7589-DE5D-64ED-96FD-E277AE700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2DE71-78AF-0FA8-EE47-EC8137CA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C1CC5-EADD-44FD-B309-79015E0F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3F7D3-F2AF-95CC-E284-BE5BFE43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2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01C0F-F75D-B060-4EFB-251D2BE8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B3B94-C5F2-8C2A-6F10-CF5CC38CB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E34E9-9EB0-0F24-A668-D4C3C971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D8FDA-0B1B-D668-5139-B7128F3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4BECE-0BB6-24B5-CAEA-B300CD4E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7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8D965-8C2C-60DD-8D64-3B8F53897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87B69-7B16-6181-3A72-08B05B55D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CA464-2330-93D2-A40F-362FCCA7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5E398-DD1E-3B7F-0EEC-683AE4548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5C9E5-F065-11E2-8679-B9401655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28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4638BE-3302-3190-5AF7-67DB62545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98107-D923-E2D0-541F-700590317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E67FB-3320-5C3D-A5D4-7D26EF1ED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859D4-9F10-4213-ABFD-53ABB69B89C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22C2F-EC04-2D12-0894-80FE74F92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CDFC-588F-EF44-9C10-1BF84667D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27F70-A52B-406C-9A8C-FFD0F4488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0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6992-2A6E-6DD7-9E4B-33C765738E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3BD80-E071-E69D-3F9C-3FE3E4249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48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uy tắc viết chữ Hán</a:t>
            </a:r>
            <a:b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9906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990600"/>
            <a:ext cx="8001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05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uy tắc viết chữ Hán</a:t>
            </a:r>
            <a:b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9906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990600"/>
            <a:ext cx="82296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96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uy tắc viết chữ Hán</a:t>
            </a:r>
            <a:b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9906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990600"/>
            <a:ext cx="85344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uy tắc viết chữ Hán</a:t>
            </a:r>
            <a:b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9906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066800"/>
            <a:ext cx="8153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uy tắc viết chữ Hán</a:t>
            </a:r>
            <a:b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9906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914400"/>
            <a:ext cx="85344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6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uy tắc viết chữ Hán</a:t>
            </a:r>
            <a:b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9906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66801"/>
            <a:ext cx="8077200" cy="536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1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uy tắc viết chữ Hán</a:t>
            </a:r>
            <a:b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9906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990600"/>
            <a:ext cx="86868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49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uy tắc viết chữ Hán</a:t>
            </a:r>
            <a:b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9906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914400"/>
            <a:ext cx="80772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4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uy tắc viết chữ Hán</a:t>
            </a:r>
            <a:b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9906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990600"/>
            <a:ext cx="80772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6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Widescreen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  Thực hành quy tắc viết chữ Hán   </vt:lpstr>
      <vt:lpstr>  Thực hành quy tắc viết chữ Hán   </vt:lpstr>
      <vt:lpstr>  Thực hành quy tắc viết chữ Hán   </vt:lpstr>
      <vt:lpstr>  Thực hành quy tắc viết chữ Hán   </vt:lpstr>
      <vt:lpstr>  Thực hành quy tắc viết chữ Hán   </vt:lpstr>
      <vt:lpstr>  Thực hành quy tắc viết chữ Hán   </vt:lpstr>
      <vt:lpstr>  Thực hành quy tắc viết chữ Hán   </vt:lpstr>
      <vt:lpstr>  Thực hành quy tắc viết chữ Hán   </vt:lpstr>
      <vt:lpstr>  Thực hành quy tắc viết chữ Hán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Minh Hải</dc:creator>
  <cp:lastModifiedBy>võ Minh Hải</cp:lastModifiedBy>
  <cp:revision>1</cp:revision>
  <dcterms:created xsi:type="dcterms:W3CDTF">2024-05-11T08:54:48Z</dcterms:created>
  <dcterms:modified xsi:type="dcterms:W3CDTF">2024-05-11T08:54:48Z</dcterms:modified>
</cp:coreProperties>
</file>